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D53DA8-15DE-43F9-92FE-3AFA3C7E20B9}" v="7" dt="2026-05-15T08:56:43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43" d="100"/>
          <a:sy n="43" d="100"/>
        </p:scale>
        <p:origin x="1023" y="2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 Richter" userId="41873eed1339ee92" providerId="LiveId" clId="{1FD53DA8-15DE-43F9-92FE-3AFA3C7E20B9}"/>
    <pc:docChg chg="custSel addSld modSld">
      <pc:chgData name="Anne Richter" userId="41873eed1339ee92" providerId="LiveId" clId="{1FD53DA8-15DE-43F9-92FE-3AFA3C7E20B9}" dt="2026-05-15T08:57:23.070" v="132" actId="20577"/>
      <pc:docMkLst>
        <pc:docMk/>
      </pc:docMkLst>
      <pc:sldChg chg="modSp mod">
        <pc:chgData name="Anne Richter" userId="41873eed1339ee92" providerId="LiveId" clId="{1FD53DA8-15DE-43F9-92FE-3AFA3C7E20B9}" dt="2026-05-15T08:57:23.070" v="132" actId="20577"/>
        <pc:sldMkLst>
          <pc:docMk/>
          <pc:sldMk cId="2855697172" sldId="258"/>
        </pc:sldMkLst>
        <pc:spChg chg="mod">
          <ac:chgData name="Anne Richter" userId="41873eed1339ee92" providerId="LiveId" clId="{1FD53DA8-15DE-43F9-92FE-3AFA3C7E20B9}" dt="2026-05-15T08:57:23.070" v="132" actId="20577"/>
          <ac:spMkLst>
            <pc:docMk/>
            <pc:sldMk cId="2855697172" sldId="258"/>
            <ac:spMk id="3" creationId="{AEE9283B-FFF3-6DA5-C24E-9DCC69D72924}"/>
          </ac:spMkLst>
        </pc:spChg>
      </pc:sldChg>
      <pc:sldChg chg="addSp delSp modSp new mod setBg">
        <pc:chgData name="Anne Richter" userId="41873eed1339ee92" providerId="LiveId" clId="{1FD53DA8-15DE-43F9-92FE-3AFA3C7E20B9}" dt="2026-05-15T08:34:15.094" v="41" actId="26606"/>
        <pc:sldMkLst>
          <pc:docMk/>
          <pc:sldMk cId="2710748039" sldId="260"/>
        </pc:sldMkLst>
        <pc:spChg chg="mod">
          <ac:chgData name="Anne Richter" userId="41873eed1339ee92" providerId="LiveId" clId="{1FD53DA8-15DE-43F9-92FE-3AFA3C7E20B9}" dt="2026-05-15T08:33:38.318" v="39" actId="26606"/>
          <ac:spMkLst>
            <pc:docMk/>
            <pc:sldMk cId="2710748039" sldId="260"/>
            <ac:spMk id="2" creationId="{F683749A-B40E-A4ED-EC7B-B17A21B3F9FC}"/>
          </ac:spMkLst>
        </pc:spChg>
        <pc:spChg chg="add del">
          <ac:chgData name="Anne Richter" userId="41873eed1339ee92" providerId="LiveId" clId="{1FD53DA8-15DE-43F9-92FE-3AFA3C7E20B9}" dt="2026-05-15T08:34:15.094" v="41" actId="26606"/>
          <ac:spMkLst>
            <pc:docMk/>
            <pc:sldMk cId="2710748039" sldId="260"/>
            <ac:spMk id="8" creationId="{47942995-B07F-4636-9A06-C6A104B260A8}"/>
          </ac:spMkLst>
        </pc:spChg>
        <pc:spChg chg="add del">
          <ac:chgData name="Anne Richter" userId="41873eed1339ee92" providerId="LiveId" clId="{1FD53DA8-15DE-43F9-92FE-3AFA3C7E20B9}" dt="2026-05-15T08:34:15.094" v="41" actId="26606"/>
          <ac:spMkLst>
            <pc:docMk/>
            <pc:sldMk cId="2710748039" sldId="260"/>
            <ac:spMk id="15" creationId="{B81933D1-5615-42C7-9C0B-4EB7105CCE2D}"/>
          </ac:spMkLst>
        </pc:spChg>
        <pc:spChg chg="add del">
          <ac:chgData name="Anne Richter" userId="41873eed1339ee92" providerId="LiveId" clId="{1FD53DA8-15DE-43F9-92FE-3AFA3C7E20B9}" dt="2026-05-15T08:34:15.094" v="41" actId="26606"/>
          <ac:spMkLst>
            <pc:docMk/>
            <pc:sldMk cId="2710748039" sldId="260"/>
            <ac:spMk id="17" creationId="{19C9EAEA-39D0-4B0E-A0EB-51E7B26740B1}"/>
          </ac:spMkLst>
        </pc:spChg>
        <pc:spChg chg="add">
          <ac:chgData name="Anne Richter" userId="41873eed1339ee92" providerId="LiveId" clId="{1FD53DA8-15DE-43F9-92FE-3AFA3C7E20B9}" dt="2026-05-15T08:34:15.094" v="41" actId="26606"/>
          <ac:spMkLst>
            <pc:docMk/>
            <pc:sldMk cId="2710748039" sldId="260"/>
            <ac:spMk id="22" creationId="{47942995-B07F-4636-9A06-C6A104B260A8}"/>
          </ac:spMkLst>
        </pc:spChg>
        <pc:spChg chg="add">
          <ac:chgData name="Anne Richter" userId="41873eed1339ee92" providerId="LiveId" clId="{1FD53DA8-15DE-43F9-92FE-3AFA3C7E20B9}" dt="2026-05-15T08:34:15.094" v="41" actId="26606"/>
          <ac:spMkLst>
            <pc:docMk/>
            <pc:sldMk cId="2710748039" sldId="260"/>
            <ac:spMk id="29" creationId="{B81933D1-5615-42C7-9C0B-4EB7105CCE2D}"/>
          </ac:spMkLst>
        </pc:spChg>
        <pc:spChg chg="add">
          <ac:chgData name="Anne Richter" userId="41873eed1339ee92" providerId="LiveId" clId="{1FD53DA8-15DE-43F9-92FE-3AFA3C7E20B9}" dt="2026-05-15T08:34:15.094" v="41" actId="26606"/>
          <ac:spMkLst>
            <pc:docMk/>
            <pc:sldMk cId="2710748039" sldId="260"/>
            <ac:spMk id="31" creationId="{19C9EAEA-39D0-4B0E-A0EB-51E7B26740B1}"/>
          </ac:spMkLst>
        </pc:spChg>
        <pc:grpChg chg="add del">
          <ac:chgData name="Anne Richter" userId="41873eed1339ee92" providerId="LiveId" clId="{1FD53DA8-15DE-43F9-92FE-3AFA3C7E20B9}" dt="2026-05-15T08:34:15.094" v="41" actId="26606"/>
          <ac:grpSpMkLst>
            <pc:docMk/>
            <pc:sldMk cId="2710748039" sldId="260"/>
            <ac:grpSpMk id="10" creationId="{032D8612-31EB-44CF-A1D0-14FD4C705424}"/>
          </ac:grpSpMkLst>
        </pc:grpChg>
        <pc:grpChg chg="add">
          <ac:chgData name="Anne Richter" userId="41873eed1339ee92" providerId="LiveId" clId="{1FD53DA8-15DE-43F9-92FE-3AFA3C7E20B9}" dt="2026-05-15T08:34:15.094" v="41" actId="26606"/>
          <ac:grpSpMkLst>
            <pc:docMk/>
            <pc:sldMk cId="2710748039" sldId="260"/>
            <ac:grpSpMk id="24" creationId="{032D8612-31EB-44CF-A1D0-14FD4C705424}"/>
          </ac:grpSpMkLst>
        </pc:grpChg>
        <pc:graphicFrameChg chg="add mod modGraphic">
          <ac:chgData name="Anne Richter" userId="41873eed1339ee92" providerId="LiveId" clId="{1FD53DA8-15DE-43F9-92FE-3AFA3C7E20B9}" dt="2026-05-15T08:34:15.094" v="41" actId="26606"/>
          <ac:graphicFrameMkLst>
            <pc:docMk/>
            <pc:sldMk cId="2710748039" sldId="260"/>
            <ac:graphicFrameMk id="3" creationId="{561A7BE3-16EF-31B7-E984-E58914F49059}"/>
          </ac:graphicFrameMkLst>
        </pc:graphicFrameChg>
      </pc:sldChg>
      <pc:sldChg chg="addSp delSp modSp new mod">
        <pc:chgData name="Anne Richter" userId="41873eed1339ee92" providerId="LiveId" clId="{1FD53DA8-15DE-43F9-92FE-3AFA3C7E20B9}" dt="2026-05-15T08:56:43.641" v="90" actId="1076"/>
        <pc:sldMkLst>
          <pc:docMk/>
          <pc:sldMk cId="974895102" sldId="261"/>
        </pc:sldMkLst>
        <pc:spChg chg="mod">
          <ac:chgData name="Anne Richter" userId="41873eed1339ee92" providerId="LiveId" clId="{1FD53DA8-15DE-43F9-92FE-3AFA3C7E20B9}" dt="2026-05-15T08:52:07.007" v="84" actId="20577"/>
          <ac:spMkLst>
            <pc:docMk/>
            <pc:sldMk cId="974895102" sldId="261"/>
            <ac:spMk id="2" creationId="{33EE9331-D72E-2888-9A83-62CC68FAD8B2}"/>
          </ac:spMkLst>
        </pc:spChg>
        <pc:spChg chg="del">
          <ac:chgData name="Anne Richter" userId="41873eed1339ee92" providerId="LiveId" clId="{1FD53DA8-15DE-43F9-92FE-3AFA3C7E20B9}" dt="2026-05-15T08:52:19.147" v="85"/>
          <ac:spMkLst>
            <pc:docMk/>
            <pc:sldMk cId="974895102" sldId="261"/>
            <ac:spMk id="3" creationId="{3B474CDE-ABD0-A1BE-1C2D-4A3EB82487DB}"/>
          </ac:spMkLst>
        </pc:spChg>
        <pc:picChg chg="add mod">
          <ac:chgData name="Anne Richter" userId="41873eed1339ee92" providerId="LiveId" clId="{1FD53DA8-15DE-43F9-92FE-3AFA3C7E20B9}" dt="2026-05-15T08:56:37.083" v="89" actId="1076"/>
          <ac:picMkLst>
            <pc:docMk/>
            <pc:sldMk cId="974895102" sldId="261"/>
            <ac:picMk id="1026" creationId="{4AD9D29D-D6FA-BB17-936E-3BA62613D007}"/>
          </ac:picMkLst>
        </pc:picChg>
        <pc:picChg chg="add mod">
          <ac:chgData name="Anne Richter" userId="41873eed1339ee92" providerId="LiveId" clId="{1FD53DA8-15DE-43F9-92FE-3AFA3C7E20B9}" dt="2026-05-15T08:56:43.641" v="90" actId="1076"/>
          <ac:picMkLst>
            <pc:docMk/>
            <pc:sldMk cId="974895102" sldId="261"/>
            <ac:picMk id="1028" creationId="{E7286339-6A69-17E2-7774-BE1B3F832E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1FF2-30EF-64DD-74ED-0C84CD26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A7987-9690-773F-84C0-2FECFB9C5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FD35-2411-CD8F-DCC1-1D880A8F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F849-F717-6E82-BB18-CB0ADE611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503B5-A658-9790-96F9-3E1C8C74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726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1662-BFE5-373D-B665-8DA3A4B0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C939F-5E0E-8D3A-14C7-92A88195E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ED30F-470E-9D54-672D-A69E322BA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F1A46-F9C9-535D-A067-3AC2C333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CBA91-BF50-D3A4-E3AA-4D86D444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59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B8CF-FE70-AC0C-C2DB-3F4715A9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D5C74-788D-FBE9-D90D-D7B5387DC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933B0-A574-7B4F-66A2-DA9755EB4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5FBD0-D438-C290-F50D-48C9BE6B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946FD-6562-1872-1388-77280990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48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10FB-7320-560F-03ED-26B6FAB7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3CC2C-5BEE-CF7F-0B83-2946C88E9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37181-F2D3-A4F0-CEB6-2C4D055B2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58F5-143C-04AF-69B1-A0A9E35E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8B86B-8B71-AE93-F8E1-22048485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67D26-1458-E162-9B29-CC7227CD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3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1603-8FBA-AA8F-E57B-820573918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E8F97-489A-C778-FCBD-9AD42ABAB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52F1B-F625-D794-D8C0-5FB97D386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518C5-5C2B-81A0-F68B-59838BFEF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D4CDE-752C-9B6C-3D76-7D02C79E9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0B35A-6BF0-23B6-1E29-3986A8EE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EE560-D1C4-AC78-786D-3D068E005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135E5-127A-0A83-B9A9-A6CEDFBB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33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FFB9F-8BF8-610F-B1DB-B102A0CFE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69FD2-92F4-F20D-C0E9-84368914E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6A94F-2E6F-1261-7131-2462C580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423CB-7984-49EB-F0BB-9CF5290E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21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6FCAE6-4182-47CE-42AB-D25F88E7E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EE2A1-1726-E28F-722F-D73D60E8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1F152-CC0E-72C5-F2CA-7A0332289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02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00D9-CF68-9EF5-41F5-A352C65AE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93C5E-D7A1-0D76-BDDD-F7A5B0CF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B023C-F951-8346-EBF5-7F621DB20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BD704-BA89-EE54-FD1B-B962EE236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2B7D6-E33D-2377-31BF-615498F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78F27-C116-B634-F071-FD43A1F3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20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A94F8-A095-64C5-D160-04809CA1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33A25-8119-AE6E-9C19-7ABDEC781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40D02-5854-63D6-9013-0A7E8284E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5BBF9-8480-2047-FF4D-3D758C092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34864-BA91-B9D4-03DD-5CD707087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BC06B-ED49-3954-5BBA-D102A1E82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7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848D-6AD1-AD9E-233C-DD4B1609C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E1899-2729-61B5-80A0-A5E90C0FC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5267F-5049-1C58-A741-63C6A8F3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A507B-0F75-108C-7336-A6390E53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572B0-6271-95B0-A71F-513ADFB5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50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DEC9E-1720-0AE6-C212-06A8D3807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EFFE2-B96C-66AD-F87F-95C6F6C31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6FC8E-2CF4-EC0E-3D7B-4D0AEB609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6D4E3-ACC0-B050-FE3A-CB84FC09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9FF4C-1248-759C-43B5-D3AC3608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825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86F89B-C589-51E4-2AD8-913366DA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A41B7-CDC4-9D91-D991-691EA8236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65FB-7D7D-DC0D-437B-0F313F053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5CB9B-F851-4C24-9109-E102D78E5E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7B2E1-59D6-065F-89D7-0BA44EF2E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59BED-11B1-B6DE-B135-F4DB401FE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26D3D-6C2B-4713-B696-935CEEFE0DB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66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91556-7BA7-924A-3916-4C2179C940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Flächennutzungstool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58094-C1FE-EACE-1918-27D2E51906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87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5658-BB25-BAAA-6F76-0908F920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Zielsetzung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FC537-AA3E-06D1-8977-B6FB9D367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Markierung von Flächen auf der Basis von Satellitendaten mit verschiedenen Informationen</a:t>
            </a:r>
          </a:p>
          <a:p>
            <a:r>
              <a:rPr lang="en-GB" dirty="0" err="1"/>
              <a:t>über</a:t>
            </a:r>
            <a:r>
              <a:rPr lang="en-GB" dirty="0"/>
              <a:t> Chatbots (LLM’s) </a:t>
            </a:r>
            <a:r>
              <a:rPr lang="en-GB" dirty="0" err="1"/>
              <a:t>Daten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den </a:t>
            </a:r>
            <a:r>
              <a:rPr lang="en-GB" dirty="0" err="1"/>
              <a:t>Flächen</a:t>
            </a:r>
            <a:r>
              <a:rPr lang="en-GB" dirty="0"/>
              <a:t> </a:t>
            </a:r>
            <a:r>
              <a:rPr lang="en-GB" dirty="0" err="1"/>
              <a:t>ermitteln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können</a:t>
            </a:r>
            <a:endParaRPr lang="en-GB" dirty="0"/>
          </a:p>
          <a:p>
            <a:r>
              <a:rPr lang="en-GB" dirty="0" err="1"/>
              <a:t>Nutzer</a:t>
            </a:r>
            <a:r>
              <a:rPr lang="en-GB" dirty="0"/>
              <a:t>: </a:t>
            </a:r>
            <a:r>
              <a:rPr lang="en-GB" dirty="0" err="1"/>
              <a:t>u.a.</a:t>
            </a:r>
            <a:r>
              <a:rPr lang="en-GB" dirty="0"/>
              <a:t> </a:t>
            </a:r>
            <a:r>
              <a:rPr lang="en-GB" dirty="0" err="1"/>
              <a:t>Landwirte</a:t>
            </a:r>
            <a:endParaRPr lang="en-GB" dirty="0"/>
          </a:p>
          <a:p>
            <a:r>
              <a:rPr lang="en-GB" dirty="0" err="1"/>
              <a:t>Subzielsetzung</a:t>
            </a:r>
            <a:endParaRPr lang="en-GB" dirty="0"/>
          </a:p>
          <a:p>
            <a:pPr lvl="1"/>
            <a:r>
              <a:rPr lang="en-GB" dirty="0" err="1"/>
              <a:t>Bereitstellung</a:t>
            </a:r>
            <a:r>
              <a:rPr lang="en-GB" dirty="0"/>
              <a:t> API</a:t>
            </a:r>
          </a:p>
          <a:p>
            <a:pPr lvl="1"/>
            <a:r>
              <a:rPr lang="en-GB" dirty="0" err="1"/>
              <a:t>Abfragen</a:t>
            </a:r>
            <a:r>
              <a:rPr lang="en-GB" dirty="0"/>
              <a:t> </a:t>
            </a:r>
            <a:r>
              <a:rPr lang="en-GB" dirty="0" err="1"/>
              <a:t>speichern</a:t>
            </a:r>
            <a:r>
              <a:rPr lang="en-GB" dirty="0"/>
              <a:t> und </a:t>
            </a:r>
            <a:r>
              <a:rPr lang="en-GB" dirty="0" err="1"/>
              <a:t>bereitstellen</a:t>
            </a:r>
            <a:r>
              <a:rPr lang="en-GB" dirty="0"/>
              <a:t> (</a:t>
            </a:r>
            <a:r>
              <a:rPr lang="en-GB" dirty="0" err="1"/>
              <a:t>chached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Chatbots </a:t>
            </a:r>
            <a:r>
              <a:rPr lang="en-GB" dirty="0" err="1"/>
              <a:t>generieren</a:t>
            </a:r>
            <a:r>
              <a:rPr lang="en-GB" dirty="0"/>
              <a:t>, die </a:t>
            </a:r>
            <a:r>
              <a:rPr lang="en-GB" dirty="0" err="1"/>
              <a:t>die</a:t>
            </a:r>
            <a:r>
              <a:rPr lang="en-GB" dirty="0"/>
              <a:t> </a:t>
            </a:r>
            <a:r>
              <a:rPr lang="en-GB" dirty="0" err="1"/>
              <a:t>Daten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den </a:t>
            </a:r>
            <a:r>
              <a:rPr lang="en-GB" dirty="0" err="1"/>
              <a:t>Flächen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dirty="0"/>
              <a:t> </a:t>
            </a:r>
            <a:r>
              <a:rPr lang="en-GB" dirty="0" err="1"/>
              <a:t>Verfügung</a:t>
            </a:r>
            <a:r>
              <a:rPr lang="en-GB" dirty="0"/>
              <a:t> </a:t>
            </a:r>
            <a:r>
              <a:rPr lang="en-GB" dirty="0" err="1"/>
              <a:t>stellen</a:t>
            </a:r>
            <a:endParaRPr lang="en-GB" dirty="0"/>
          </a:p>
          <a:p>
            <a:pPr lvl="1"/>
            <a:r>
              <a:rPr lang="en-GB" dirty="0" err="1"/>
              <a:t>Derzeit</a:t>
            </a:r>
            <a:r>
              <a:rPr lang="en-GB" dirty="0"/>
              <a:t> locale </a:t>
            </a:r>
            <a:r>
              <a:rPr lang="en-GB" dirty="0" err="1"/>
              <a:t>Dockerlösung</a:t>
            </a:r>
            <a:r>
              <a:rPr lang="en-GB" dirty="0"/>
              <a:t> </a:t>
            </a:r>
            <a:r>
              <a:rPr lang="en-GB" dirty="0" err="1"/>
              <a:t>Umsetzung</a:t>
            </a:r>
            <a:r>
              <a:rPr lang="en-GB" dirty="0"/>
              <a:t> </a:t>
            </a:r>
            <a:r>
              <a:rPr lang="en-GB" dirty="0" err="1"/>
              <a:t>cloudbasiert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Anbindung</a:t>
            </a:r>
            <a:r>
              <a:rPr lang="en-GB" dirty="0"/>
              <a:t> </a:t>
            </a:r>
            <a:r>
              <a:rPr lang="en-GB" dirty="0" err="1"/>
              <a:t>verschiedener</a:t>
            </a:r>
            <a:r>
              <a:rPr lang="en-GB" dirty="0"/>
              <a:t> LLMs für Chatbots</a:t>
            </a:r>
          </a:p>
        </p:txBody>
      </p:sp>
    </p:spTree>
    <p:extLst>
      <p:ext uri="{BB962C8B-B14F-4D97-AF65-F5344CB8AC3E}">
        <p14:creationId xmlns:p14="http://schemas.microsoft.com/office/powerpoint/2010/main" val="184208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EE9331-D72E-2888-9A83-62CC68FAD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 Oberfläche – Entwurf aktuell</a:t>
            </a:r>
          </a:p>
        </p:txBody>
      </p:sp>
      <p:pic>
        <p:nvPicPr>
          <p:cNvPr id="1026" name="Picture 2" descr="Agrarische Flächennutzung">
            <a:extLst>
              <a:ext uri="{FF2B5EF4-FFF2-40B4-BE49-F238E27FC236}">
                <a16:creationId xmlns:a16="http://schemas.microsoft.com/office/drawing/2014/main" id="{4AD9D29D-D6FA-BB17-936E-3BA62613D0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85" y="2016121"/>
            <a:ext cx="5155964" cy="365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Zwei Windows-Taschenrechner nebeneinander, links mit mehreren dunkelgrünen Buttons inklusive einem großen „Process“-Button, rechts zwei Reihen helloranger „Configuration“-Buttons">
            <a:extLst>
              <a:ext uri="{FF2B5EF4-FFF2-40B4-BE49-F238E27FC236}">
                <a16:creationId xmlns:a16="http://schemas.microsoft.com/office/drawing/2014/main" id="{E7286339-6A69-17E2-7774-BE1B3F832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649" y="2016121"/>
            <a:ext cx="54864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895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F1E7E-D425-EC70-5908-1BE15EA8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Verwendete Technologien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9283B-FFF3-6DA5-C24E-9DCC69D72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Docker</a:t>
            </a:r>
          </a:p>
          <a:p>
            <a:r>
              <a:rPr lang="de-DE" dirty="0"/>
              <a:t>Ubuntu</a:t>
            </a:r>
          </a:p>
          <a:p>
            <a:r>
              <a:rPr lang="de-DE" dirty="0"/>
              <a:t>Redis</a:t>
            </a:r>
          </a:p>
          <a:p>
            <a:r>
              <a:rPr lang="de-DE" dirty="0"/>
              <a:t>Postgres</a:t>
            </a:r>
          </a:p>
          <a:p>
            <a:r>
              <a:rPr lang="de-DE" dirty="0"/>
              <a:t>WSL</a:t>
            </a:r>
          </a:p>
          <a:p>
            <a:r>
              <a:rPr lang="de-DE" dirty="0"/>
              <a:t>Ubuntu</a:t>
            </a:r>
          </a:p>
          <a:p>
            <a:r>
              <a:rPr lang="de-DE" dirty="0"/>
              <a:t>EC Container</a:t>
            </a:r>
          </a:p>
          <a:p>
            <a:r>
              <a:rPr lang="de-DE" dirty="0"/>
              <a:t>API</a:t>
            </a:r>
          </a:p>
          <a:p>
            <a:r>
              <a:rPr lang="de-DE" dirty="0" err="1"/>
              <a:t>Minio</a:t>
            </a:r>
            <a:endParaRPr lang="de-DE" dirty="0"/>
          </a:p>
          <a:p>
            <a:pPr marL="0" indent="0">
              <a:buNone/>
            </a:pPr>
            <a:r>
              <a:rPr lang="en-GB" dirty="0"/>
              <a:t>---</a:t>
            </a:r>
          </a:p>
          <a:p>
            <a:pPr marL="0" indent="0">
              <a:buNone/>
            </a:pPr>
            <a:r>
              <a:rPr lang="en-GB" dirty="0"/>
              <a:t>IDE</a:t>
            </a:r>
          </a:p>
          <a:p>
            <a:r>
              <a:rPr lang="en-GB"/>
              <a:t>Visual Studio Code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5697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83749A-B40E-A4ED-EC7B-B17A21B3F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Kurze Toolbeschreibung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561A7BE3-16EF-31B7-E984-E58914F49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919305"/>
              </p:ext>
            </p:extLst>
          </p:nvPr>
        </p:nvGraphicFramePr>
        <p:xfrm>
          <a:off x="5922492" y="1327558"/>
          <a:ext cx="5536002" cy="414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4887">
                  <a:extLst>
                    <a:ext uri="{9D8B030D-6E8A-4147-A177-3AD203B41FA5}">
                      <a16:colId xmlns:a16="http://schemas.microsoft.com/office/drawing/2014/main" val="650415875"/>
                    </a:ext>
                  </a:extLst>
                </a:gridCol>
                <a:gridCol w="2117835">
                  <a:extLst>
                    <a:ext uri="{9D8B030D-6E8A-4147-A177-3AD203B41FA5}">
                      <a16:colId xmlns:a16="http://schemas.microsoft.com/office/drawing/2014/main" val="3092744142"/>
                    </a:ext>
                  </a:extLst>
                </a:gridCol>
                <a:gridCol w="1923280">
                  <a:extLst>
                    <a:ext uri="{9D8B030D-6E8A-4147-A177-3AD203B41FA5}">
                      <a16:colId xmlns:a16="http://schemas.microsoft.com/office/drawing/2014/main" val="2559344971"/>
                    </a:ext>
                  </a:extLst>
                </a:gridCol>
              </a:tblGrid>
              <a:tr h="281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Tool</a:t>
                      </a:r>
                    </a:p>
                  </a:txBody>
                  <a:tcPr marL="116060" marR="69636" marT="69636" marB="6963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Kurzbeschreibung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Verwendungszweck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975352"/>
                  </a:ext>
                </a:extLst>
              </a:tr>
              <a:tr h="52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Docker</a:t>
                      </a:r>
                    </a:p>
                  </a:txBody>
                  <a:tcPr marL="116060" marR="69636" marT="69636" marB="6963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Plattform zur Containerisierung von Anwendungen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Isolierte Ausführung und Bereitstellung von Software in Containern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586231"/>
                  </a:ext>
                </a:extLst>
              </a:tr>
              <a:tr h="405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Ubuntu</a:t>
                      </a:r>
                    </a:p>
                  </a:txBody>
                  <a:tcPr marL="116060" marR="69636" marT="69636" marB="6963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Linux-Distribution auf Debian-Basis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Betriebssystem für Entwicklung, Server und Container-Images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156548"/>
                  </a:ext>
                </a:extLst>
              </a:tr>
              <a:tr h="52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Redis</a:t>
                      </a:r>
                    </a:p>
                  </a:txBody>
                  <a:tcPr marL="116060" marR="69636" marT="69636" marB="6963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In-Memory-Datenstrukturspeicher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Caching, Session-Management, schnelle Zwischenspeicherung von Daten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940635"/>
                  </a:ext>
                </a:extLst>
              </a:tr>
              <a:tr h="52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Postgres</a:t>
                      </a:r>
                    </a:p>
                  </a:txBody>
                  <a:tcPr marL="116060" marR="69636" marT="69636" marB="6963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Relationales Open-Source-Datenbanksystem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Speicherung und Verwaltung strukturierter Daten mit voller SQL-Unterstützung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933857"/>
                  </a:ext>
                </a:extLst>
              </a:tr>
              <a:tr h="405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WSL (Windows Subsystem für Linux)</a:t>
                      </a:r>
                    </a:p>
                  </a:txBody>
                  <a:tcPr marL="116060" marR="69636" marT="69636" marB="6963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Kompatibilitätsschicht zur Ausführung von Linux-Binärdateien unter Windows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Entwicklung mit Linux-Tools ohne separate virtuelle Maschine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392739"/>
                  </a:ext>
                </a:extLst>
              </a:tr>
              <a:tr h="405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EC Container</a:t>
                      </a:r>
                    </a:p>
                  </a:txBody>
                  <a:tcPr marL="116060" marR="69636" marT="69636" marB="6963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Container-Orchestrierungsdienst (z. B. AWS ECS)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Verwaltung und Skalierung von Container-Anwendungen in der Cloud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20954"/>
                  </a:ext>
                </a:extLst>
              </a:tr>
              <a:tr h="52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API (Application Programming Interface)</a:t>
                      </a:r>
                    </a:p>
                  </a:txBody>
                  <a:tcPr marL="116060" marR="69636" marT="69636" marB="6963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Schnittstelle zur Programmkommunikation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Austausch von Daten und Funktionen zwischen verschiedenen Softwarekomponenten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300056"/>
                  </a:ext>
                </a:extLst>
              </a:tr>
              <a:tr h="52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Minio</a:t>
                      </a:r>
                    </a:p>
                  </a:txBody>
                  <a:tcPr marL="116060" marR="69636" marT="69636" marB="6963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Objektspeicher-Server mit S3-kompatibler API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Bereitstellung von skalierbarem Cloud-Speicher für Backups, Artefakte oder Anwendungsdaten</a:t>
                      </a:r>
                    </a:p>
                  </a:txBody>
                  <a:tcPr marL="116060" marR="69636" marT="69636" marB="6963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788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74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4606-813D-FACF-6EAD-523DD3F1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Überblick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8F8E1-727D-2B3D-E0F2-40E82A81C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/>
              <a:t>FE</a:t>
            </a:r>
          </a:p>
          <a:p>
            <a:r>
              <a:rPr lang="de-DE" dirty="0"/>
              <a:t>BE</a:t>
            </a:r>
          </a:p>
          <a:p>
            <a:pPr marL="0" indent="0">
              <a:buNone/>
            </a:pPr>
            <a:r>
              <a:rPr lang="de-DE" dirty="0"/>
              <a:t>-------------</a:t>
            </a:r>
          </a:p>
          <a:p>
            <a:pPr marL="514350" indent="-514350">
              <a:buAutoNum type="arabicParenR"/>
            </a:pPr>
            <a:r>
              <a:rPr lang="de-DE" dirty="0"/>
              <a:t>Workflow  - API Workers (Async) – (Agriculture) – Dungang (N-managing) – PrescriptionMap (Oberfläche) – EONR</a:t>
            </a:r>
          </a:p>
          <a:p>
            <a:pPr marL="514350" indent="-514350">
              <a:buAutoNum type="arabicParenR"/>
            </a:pPr>
            <a:r>
              <a:rPr lang="de-DE" dirty="0"/>
              <a:t>Satelitendatenpipeline – Endpoint – Indices (Process API) – FE-BE API -&gt; Datenprovider</a:t>
            </a:r>
          </a:p>
          <a:p>
            <a:pPr marL="514350" indent="-514350">
              <a:buAutoNum type="arabicParenR"/>
            </a:pPr>
            <a:r>
              <a:rPr lang="de-DE" dirty="0"/>
              <a:t>EONR = Input für Chatbot Assistant (basierend auf LLM)</a:t>
            </a:r>
          </a:p>
          <a:p>
            <a:pPr marL="0" indent="0">
              <a:buNone/>
            </a:pPr>
            <a:r>
              <a:rPr lang="de-DE" dirty="0"/>
              <a:t>-----------</a:t>
            </a:r>
          </a:p>
          <a:p>
            <a:pPr marL="0" indent="0">
              <a:buNone/>
            </a:pPr>
            <a:r>
              <a:rPr lang="de-DE" dirty="0"/>
              <a:t>Postgres </a:t>
            </a:r>
          </a:p>
          <a:p>
            <a:r>
              <a:rPr lang="de-DE" dirty="0"/>
              <a:t>Derzeit verwendet für die Authorisierung und Authentifizierung</a:t>
            </a:r>
          </a:p>
          <a:p>
            <a:r>
              <a:rPr lang="de-DE" dirty="0"/>
              <a:t>Redis zur </a:t>
            </a:r>
            <a:r>
              <a:rPr lang="de-DE"/>
              <a:t>Query Verwaltung und Steuerung</a:t>
            </a:r>
            <a:endParaRPr lang="de-DE" dirty="0"/>
          </a:p>
          <a:p>
            <a:r>
              <a:rPr lang="de-DE" dirty="0"/>
              <a:t>Minio Speicherort für Anfragen</a:t>
            </a:r>
          </a:p>
          <a:p>
            <a:pPr marL="514350" indent="-514350">
              <a:buAutoNum type="arabicParenR"/>
            </a:pPr>
            <a:endParaRPr lang="de-DE" dirty="0"/>
          </a:p>
          <a:p>
            <a:pPr marL="514350" indent="-514350">
              <a:buAutoNum type="arabicParenR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79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Breitbild</PresentationFormat>
  <Paragraphs>64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Flächennutzungstool</vt:lpstr>
      <vt:lpstr>Zielsetzung</vt:lpstr>
      <vt:lpstr>Tool Oberfläche – Entwurf aktuell</vt:lpstr>
      <vt:lpstr>Verwendete Technologien</vt:lpstr>
      <vt:lpstr>Kurze Toolbeschreibung</vt:lpstr>
      <vt:lpstr>Überblick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 Richter</dc:creator>
  <cp:lastModifiedBy>Anne Richter</cp:lastModifiedBy>
  <cp:revision>1</cp:revision>
  <dcterms:created xsi:type="dcterms:W3CDTF">2026-05-15T05:52:20Z</dcterms:created>
  <dcterms:modified xsi:type="dcterms:W3CDTF">2026-05-15T08:57:25Z</dcterms:modified>
</cp:coreProperties>
</file>